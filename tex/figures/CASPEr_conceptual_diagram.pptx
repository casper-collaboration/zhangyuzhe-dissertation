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83" r:id="rId2"/>
  </p:sldIdLst>
  <p:sldSz cx="467995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000000"/>
    <a:srgbClr val="548235"/>
    <a:srgbClr val="A9D18E"/>
    <a:srgbClr val="4472C4"/>
    <a:srgbClr val="C4BFC7"/>
    <a:srgbClr val="BDD7EE"/>
    <a:srgbClr val="1F4E79"/>
    <a:srgbClr val="73607C"/>
    <a:srgbClr val="FA8D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08" d="100"/>
          <a:sy n="208" d="100"/>
        </p:scale>
        <p:origin x="234" y="11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994" y="294620"/>
            <a:ext cx="3509963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994" y="945535"/>
            <a:ext cx="3509963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77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63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309" y="448807"/>
            <a:ext cx="4036457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309" y="1204734"/>
            <a:ext cx="4036457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2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46" y="479227"/>
            <a:ext cx="1988979" cy="11422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9225" y="479227"/>
            <a:ext cx="1988979" cy="11422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7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95846"/>
            <a:ext cx="4036457" cy="3479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356" y="441305"/>
            <a:ext cx="1979838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356" y="657582"/>
            <a:ext cx="1979838" cy="9672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9225" y="441305"/>
            <a:ext cx="1989588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9225" y="657582"/>
            <a:ext cx="1989588" cy="9672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0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7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20015"/>
            <a:ext cx="1509406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88" y="259199"/>
            <a:ext cx="2369225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540067"/>
            <a:ext cx="1509406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74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20015"/>
            <a:ext cx="1509406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9588" y="259199"/>
            <a:ext cx="2369225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540067"/>
            <a:ext cx="1509406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79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64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9089" y="95846"/>
            <a:ext cx="1009114" cy="15256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747" y="95846"/>
            <a:ext cx="2968843" cy="15256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87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04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747" y="95846"/>
            <a:ext cx="4036457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747" y="479227"/>
            <a:ext cx="4036457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746" y="1668542"/>
            <a:ext cx="1052989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8219A-CFF9-40A1-B4BC-2B60880D0F6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0234" y="1668542"/>
            <a:ext cx="1579483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5215" y="1668542"/>
            <a:ext cx="1052989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CB917-C13F-4C8C-817A-5F555C7C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2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CFCEF69D-729F-B447-4C31-57A455601B0E}"/>
              </a:ext>
            </a:extLst>
          </p:cNvPr>
          <p:cNvSpPr txBox="1"/>
          <p:nvPr/>
        </p:nvSpPr>
        <p:spPr>
          <a:xfrm>
            <a:off x="2568988" y="-8487"/>
            <a:ext cx="1288139" cy="1732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function generator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data processing devices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vacuum insulation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liquid He reservoir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SQUID in Nb capsule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superconducting magnet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 coil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excitation coil</a:t>
            </a:r>
          </a:p>
        </p:txBody>
      </p:sp>
      <p:sp>
        <p:nvSpPr>
          <p:cNvPr id="148" name="Freihandform: Form 147">
            <a:extLst>
              <a:ext uri="{FF2B5EF4-FFF2-40B4-BE49-F238E27FC236}">
                <a16:creationId xmlns:a16="http://schemas.microsoft.com/office/drawing/2014/main" id="{C431115B-87ED-FAFC-E4AC-E6E51BE8F48D}"/>
              </a:ext>
            </a:extLst>
          </p:cNvPr>
          <p:cNvSpPr/>
          <p:nvPr/>
        </p:nvSpPr>
        <p:spPr>
          <a:xfrm>
            <a:off x="1888248" y="1092362"/>
            <a:ext cx="79148" cy="142135"/>
          </a:xfrm>
          <a:custGeom>
            <a:avLst/>
            <a:gdLst>
              <a:gd name="connsiteX0" fmla="*/ 0 w 179131"/>
              <a:gd name="connsiteY0" fmla="*/ 0 h 321689"/>
              <a:gd name="connsiteX1" fmla="*/ 2949 w 179131"/>
              <a:gd name="connsiteY1" fmla="*/ 0 h 321689"/>
              <a:gd name="connsiteX2" fmla="*/ 7039 w 179131"/>
              <a:gd name="connsiteY2" fmla="*/ 5170 h 321689"/>
              <a:gd name="connsiteX3" fmla="*/ 89566 w 179131"/>
              <a:gd name="connsiteY3" fmla="*/ 19132 h 321689"/>
              <a:gd name="connsiteX4" fmla="*/ 172094 w 179131"/>
              <a:gd name="connsiteY4" fmla="*/ 5170 h 321689"/>
              <a:gd name="connsiteX5" fmla="*/ 176183 w 179131"/>
              <a:gd name="connsiteY5" fmla="*/ 0 h 321689"/>
              <a:gd name="connsiteX6" fmla="*/ 179130 w 179131"/>
              <a:gd name="connsiteY6" fmla="*/ 0 h 321689"/>
              <a:gd name="connsiteX7" fmla="*/ 179130 w 179131"/>
              <a:gd name="connsiteY7" fmla="*/ 294181 h 321689"/>
              <a:gd name="connsiteX8" fmla="*/ 177012 w 179131"/>
              <a:gd name="connsiteY8" fmla="*/ 294181 h 321689"/>
              <a:gd name="connsiteX9" fmla="*/ 179131 w 179131"/>
              <a:gd name="connsiteY9" fmla="*/ 297070 h 321689"/>
              <a:gd name="connsiteX10" fmla="*/ 89702 w 179131"/>
              <a:gd name="connsiteY10" fmla="*/ 321689 h 321689"/>
              <a:gd name="connsiteX11" fmla="*/ 274 w 179131"/>
              <a:gd name="connsiteY11" fmla="*/ 297070 h 321689"/>
              <a:gd name="connsiteX12" fmla="*/ 2393 w 179131"/>
              <a:gd name="connsiteY12" fmla="*/ 294181 h 321689"/>
              <a:gd name="connsiteX13" fmla="*/ 0 w 179131"/>
              <a:gd name="connsiteY13" fmla="*/ 294181 h 32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9131" h="321689">
                <a:moveTo>
                  <a:pt x="0" y="0"/>
                </a:moveTo>
                <a:lnTo>
                  <a:pt x="2949" y="0"/>
                </a:lnTo>
                <a:lnTo>
                  <a:pt x="7039" y="5170"/>
                </a:lnTo>
                <a:cubicBezTo>
                  <a:pt x="20636" y="13375"/>
                  <a:pt x="52467" y="19132"/>
                  <a:pt x="89566" y="19132"/>
                </a:cubicBezTo>
                <a:cubicBezTo>
                  <a:pt x="126666" y="19132"/>
                  <a:pt x="158497" y="13375"/>
                  <a:pt x="172094" y="5170"/>
                </a:cubicBezTo>
                <a:lnTo>
                  <a:pt x="176183" y="0"/>
                </a:lnTo>
                <a:lnTo>
                  <a:pt x="179130" y="0"/>
                </a:lnTo>
                <a:lnTo>
                  <a:pt x="179130" y="294181"/>
                </a:lnTo>
                <a:lnTo>
                  <a:pt x="177012" y="294181"/>
                </a:lnTo>
                <a:lnTo>
                  <a:pt x="179131" y="297070"/>
                </a:lnTo>
                <a:cubicBezTo>
                  <a:pt x="179131" y="310667"/>
                  <a:pt x="139093" y="321689"/>
                  <a:pt x="89702" y="321689"/>
                </a:cubicBezTo>
                <a:cubicBezTo>
                  <a:pt x="40312" y="321689"/>
                  <a:pt x="274" y="310667"/>
                  <a:pt x="274" y="297070"/>
                </a:cubicBezTo>
                <a:lnTo>
                  <a:pt x="2393" y="294181"/>
                </a:lnTo>
                <a:lnTo>
                  <a:pt x="0" y="294181"/>
                </a:lnTo>
                <a:close/>
              </a:path>
            </a:pathLst>
          </a:custGeom>
          <a:noFill/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86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71AFD6F-6451-56B8-7D17-B18423C0B044}"/>
              </a:ext>
            </a:extLst>
          </p:cNvPr>
          <p:cNvCxnSpPr/>
          <p:nvPr/>
        </p:nvCxnSpPr>
        <p:spPr>
          <a:xfrm flipV="1">
            <a:off x="1426448" y="544007"/>
            <a:ext cx="0" cy="361477"/>
          </a:xfrm>
          <a:prstGeom prst="straightConnector1">
            <a:avLst/>
          </a:prstGeom>
          <a:ln w="19050">
            <a:headEnd type="none" w="lg" len="lg"/>
            <a:tailEnd type="stealth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95B65443-DF03-0844-B5A1-8BAF54503113}"/>
                  </a:ext>
                </a:extLst>
              </p:cNvPr>
              <p:cNvSpPr txBox="1"/>
              <p:nvPr/>
            </p:nvSpPr>
            <p:spPr>
              <a:xfrm>
                <a:off x="1372494" y="640974"/>
                <a:ext cx="220841" cy="213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786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86" b="1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US" sz="786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786" dirty="0"/>
              </a:p>
            </p:txBody>
          </p:sp>
        </mc:Choice>
        <mc:Fallback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95B65443-DF03-0844-B5A1-8BAF5450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494" y="640974"/>
                <a:ext cx="220841" cy="213264"/>
              </a:xfrm>
              <a:prstGeom prst="rect">
                <a:avLst/>
              </a:prstGeom>
              <a:blipFill>
                <a:blip r:embed="rId2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368BAFBD-F691-AFF0-DDD6-A5C2554EED54}"/>
              </a:ext>
            </a:extLst>
          </p:cNvPr>
          <p:cNvGrpSpPr/>
          <p:nvPr/>
        </p:nvGrpSpPr>
        <p:grpSpPr>
          <a:xfrm>
            <a:off x="860909" y="475688"/>
            <a:ext cx="419896" cy="851335"/>
            <a:chOff x="840183" y="475688"/>
            <a:chExt cx="419896" cy="851335"/>
          </a:xfrm>
        </p:grpSpPr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8B62D04A-E9B7-20E4-94E4-966B58E6CACA}"/>
                </a:ext>
              </a:extLst>
            </p:cNvPr>
            <p:cNvCxnSpPr>
              <a:cxnSpLocks/>
            </p:cNvCxnSpPr>
            <p:nvPr/>
          </p:nvCxnSpPr>
          <p:spPr>
            <a:xfrm>
              <a:off x="841255" y="475688"/>
              <a:ext cx="417210" cy="211876"/>
            </a:xfrm>
            <a:prstGeom prst="straightConnector1">
              <a:avLst/>
            </a:prstGeom>
            <a:ln w="12700">
              <a:headEnd type="none" w="lg" len="lg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B09A1B9B-999C-DEFD-1497-DD5CD8ECD6D2}"/>
                </a:ext>
              </a:extLst>
            </p:cNvPr>
            <p:cNvCxnSpPr>
              <a:cxnSpLocks/>
            </p:cNvCxnSpPr>
            <p:nvPr/>
          </p:nvCxnSpPr>
          <p:spPr>
            <a:xfrm>
              <a:off x="840185" y="682631"/>
              <a:ext cx="417210" cy="211876"/>
            </a:xfrm>
            <a:prstGeom prst="straightConnector1">
              <a:avLst/>
            </a:prstGeom>
            <a:ln w="12700">
              <a:headEnd type="none" w="lg" len="lg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0BB9F6F8-B6E6-9FB2-6DA4-EA3A30C6087B}"/>
                </a:ext>
              </a:extLst>
            </p:cNvPr>
            <p:cNvCxnSpPr>
              <a:cxnSpLocks/>
            </p:cNvCxnSpPr>
            <p:nvPr/>
          </p:nvCxnSpPr>
          <p:spPr>
            <a:xfrm>
              <a:off x="842869" y="892395"/>
              <a:ext cx="417210" cy="211876"/>
            </a:xfrm>
            <a:prstGeom prst="straightConnector1">
              <a:avLst/>
            </a:prstGeom>
            <a:ln w="12700">
              <a:headEnd type="none" w="lg" len="lg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24D254A0-365D-789C-020D-D8AB0B4CDA60}"/>
                </a:ext>
              </a:extLst>
            </p:cNvPr>
            <p:cNvCxnSpPr>
              <a:cxnSpLocks/>
            </p:cNvCxnSpPr>
            <p:nvPr/>
          </p:nvCxnSpPr>
          <p:spPr>
            <a:xfrm>
              <a:off x="840183" y="1115147"/>
              <a:ext cx="417210" cy="211876"/>
            </a:xfrm>
            <a:prstGeom prst="straightConnector1">
              <a:avLst/>
            </a:prstGeom>
            <a:ln w="12700">
              <a:headEnd type="none" w="lg" len="lg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98A41F26-605A-78FE-5771-10BE3E062688}"/>
                  </a:ext>
                </a:extLst>
              </p:cNvPr>
              <p:cNvSpPr txBox="1"/>
              <p:nvPr/>
            </p:nvSpPr>
            <p:spPr>
              <a:xfrm>
                <a:off x="1048340" y="446858"/>
                <a:ext cx="146707" cy="120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786" b="1" dirty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sz="786" i="1" dirty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786" dirty="0"/>
              </a:p>
            </p:txBody>
          </p:sp>
        </mc:Choice>
        <mc:Fallback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98A41F26-605A-78FE-5771-10BE3E062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40" y="446858"/>
                <a:ext cx="146707" cy="120931"/>
              </a:xfrm>
              <a:prstGeom prst="rect">
                <a:avLst/>
              </a:prstGeom>
              <a:blipFill>
                <a:blip r:embed="rId3"/>
                <a:stretch>
                  <a:fillRect l="-16667" r="-4167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Freihandform: Form 134">
            <a:extLst>
              <a:ext uri="{FF2B5EF4-FFF2-40B4-BE49-F238E27FC236}">
                <a16:creationId xmlns:a16="http://schemas.microsoft.com/office/drawing/2014/main" id="{23675E45-BA80-8E19-A631-162EDBA64AD2}"/>
              </a:ext>
            </a:extLst>
          </p:cNvPr>
          <p:cNvSpPr/>
          <p:nvPr/>
        </p:nvSpPr>
        <p:spPr>
          <a:xfrm>
            <a:off x="1855946" y="390304"/>
            <a:ext cx="143972" cy="894499"/>
          </a:xfrm>
          <a:custGeom>
            <a:avLst/>
            <a:gdLst>
              <a:gd name="connsiteX0" fmla="*/ 0 w 370304"/>
              <a:gd name="connsiteY0" fmla="*/ 0 h 1961062"/>
              <a:gd name="connsiteX1" fmla="*/ 370304 w 370304"/>
              <a:gd name="connsiteY1" fmla="*/ 0 h 1961062"/>
              <a:gd name="connsiteX2" fmla="*/ 370304 w 370304"/>
              <a:gd name="connsiteY2" fmla="*/ 1904178 h 1961062"/>
              <a:gd name="connsiteX3" fmla="*/ 366459 w 370304"/>
              <a:gd name="connsiteY3" fmla="*/ 1904178 h 1961062"/>
              <a:gd name="connsiteX4" fmla="*/ 367129 w 370304"/>
              <a:gd name="connsiteY4" fmla="*/ 1906174 h 1961062"/>
              <a:gd name="connsiteX5" fmla="*/ 184207 w 370304"/>
              <a:gd name="connsiteY5" fmla="*/ 1961062 h 1961062"/>
              <a:gd name="connsiteX6" fmla="*/ 1285 w 370304"/>
              <a:gd name="connsiteY6" fmla="*/ 1906174 h 1961062"/>
              <a:gd name="connsiteX7" fmla="*/ 1956 w 370304"/>
              <a:gd name="connsiteY7" fmla="*/ 1904178 h 1961062"/>
              <a:gd name="connsiteX8" fmla="*/ 0 w 370304"/>
              <a:gd name="connsiteY8" fmla="*/ 1904178 h 1961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304" h="1961062">
                <a:moveTo>
                  <a:pt x="0" y="0"/>
                </a:moveTo>
                <a:lnTo>
                  <a:pt x="370304" y="0"/>
                </a:lnTo>
                <a:lnTo>
                  <a:pt x="370304" y="1904178"/>
                </a:lnTo>
                <a:lnTo>
                  <a:pt x="366459" y="1904178"/>
                </a:lnTo>
                <a:lnTo>
                  <a:pt x="367129" y="1906174"/>
                </a:lnTo>
                <a:cubicBezTo>
                  <a:pt x="367129" y="1936488"/>
                  <a:pt x="285232" y="1961062"/>
                  <a:pt x="184207" y="1961062"/>
                </a:cubicBezTo>
                <a:cubicBezTo>
                  <a:pt x="83182" y="1961062"/>
                  <a:pt x="1285" y="1936488"/>
                  <a:pt x="1285" y="1906174"/>
                </a:cubicBezTo>
                <a:lnTo>
                  <a:pt x="1956" y="1904178"/>
                </a:lnTo>
                <a:lnTo>
                  <a:pt x="0" y="1904178"/>
                </a:lnTo>
                <a:close/>
              </a:path>
            </a:pathLst>
          </a:custGeom>
          <a:solidFill>
            <a:srgbClr val="4472C4">
              <a:alpha val="18039"/>
            </a:srgb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86" dirty="0"/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B0443034-C51B-2016-0894-E712E3134E9C}"/>
              </a:ext>
            </a:extLst>
          </p:cNvPr>
          <p:cNvSpPr/>
          <p:nvPr/>
        </p:nvSpPr>
        <p:spPr>
          <a:xfrm>
            <a:off x="1796344" y="950685"/>
            <a:ext cx="21975" cy="14545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6"/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476FBA4B-0984-395A-A757-91DA432E8C09}"/>
              </a:ext>
            </a:extLst>
          </p:cNvPr>
          <p:cNvCxnSpPr>
            <a:cxnSpLocks/>
          </p:cNvCxnSpPr>
          <p:nvPr/>
        </p:nvCxnSpPr>
        <p:spPr>
          <a:xfrm>
            <a:off x="1793132" y="957957"/>
            <a:ext cx="0" cy="44362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9" name="Rechteck 108">
            <a:extLst>
              <a:ext uri="{FF2B5EF4-FFF2-40B4-BE49-F238E27FC236}">
                <a16:creationId xmlns:a16="http://schemas.microsoft.com/office/drawing/2014/main" id="{9D614D7B-390C-BDF0-2C5D-2996DF1CB607}"/>
              </a:ext>
            </a:extLst>
          </p:cNvPr>
          <p:cNvSpPr/>
          <p:nvPr/>
        </p:nvSpPr>
        <p:spPr>
          <a:xfrm flipH="1">
            <a:off x="2035985" y="1025562"/>
            <a:ext cx="20200" cy="2595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6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E40DC08-8456-83E9-46DE-DF4FDDD874F8}"/>
              </a:ext>
            </a:extLst>
          </p:cNvPr>
          <p:cNvGrpSpPr/>
          <p:nvPr/>
        </p:nvGrpSpPr>
        <p:grpSpPr>
          <a:xfrm>
            <a:off x="1355720" y="291112"/>
            <a:ext cx="1126449" cy="1360728"/>
            <a:chOff x="1334994" y="2017058"/>
            <a:chExt cx="1126449" cy="1360728"/>
          </a:xfrm>
        </p:grpSpPr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43E87B3A-668F-B4FE-AA29-30950548E293}"/>
                </a:ext>
              </a:extLst>
            </p:cNvPr>
            <p:cNvSpPr/>
            <p:nvPr/>
          </p:nvSpPr>
          <p:spPr>
            <a:xfrm>
              <a:off x="1334994" y="2139344"/>
              <a:ext cx="1125658" cy="1238442"/>
            </a:xfrm>
            <a:custGeom>
              <a:avLst/>
              <a:gdLst>
                <a:gd name="connsiteX0" fmla="*/ 2546356 w 2547659"/>
                <a:gd name="connsiteY0" fmla="*/ 0 h 2802919"/>
                <a:gd name="connsiteX1" fmla="*/ 2547256 w 2547659"/>
                <a:gd name="connsiteY1" fmla="*/ 0 h 2802919"/>
                <a:gd name="connsiteX2" fmla="*/ 2547256 w 2547659"/>
                <a:gd name="connsiteY2" fmla="*/ 3658 h 2802919"/>
                <a:gd name="connsiteX3" fmla="*/ 0 w 2547659"/>
                <a:gd name="connsiteY3" fmla="*/ 0 h 2802919"/>
                <a:gd name="connsiteX4" fmla="*/ 1707 w 2547659"/>
                <a:gd name="connsiteY4" fmla="*/ 0 h 2802919"/>
                <a:gd name="connsiteX5" fmla="*/ 403 w 2547659"/>
                <a:gd name="connsiteY5" fmla="*/ 5295 h 2802919"/>
                <a:gd name="connsiteX6" fmla="*/ 1274031 w 2547659"/>
                <a:gd name="connsiteY6" fmla="*/ 266552 h 2802919"/>
                <a:gd name="connsiteX7" fmla="*/ 2541084 w 2547659"/>
                <a:gd name="connsiteY7" fmla="*/ 32007 h 2802919"/>
                <a:gd name="connsiteX8" fmla="*/ 2547256 w 2547659"/>
                <a:gd name="connsiteY8" fmla="*/ 6932 h 2802919"/>
                <a:gd name="connsiteX9" fmla="*/ 2547256 w 2547659"/>
                <a:gd name="connsiteY9" fmla="*/ 2524367 h 2802919"/>
                <a:gd name="connsiteX10" fmla="*/ 2543402 w 2547659"/>
                <a:gd name="connsiteY10" fmla="*/ 2524367 h 2802919"/>
                <a:gd name="connsiteX11" fmla="*/ 2547659 w 2547659"/>
                <a:gd name="connsiteY11" fmla="*/ 2541662 h 2802919"/>
                <a:gd name="connsiteX12" fmla="*/ 1274031 w 2547659"/>
                <a:gd name="connsiteY12" fmla="*/ 2802919 h 2802919"/>
                <a:gd name="connsiteX13" fmla="*/ 403 w 2547659"/>
                <a:gd name="connsiteY13" fmla="*/ 2541662 h 2802919"/>
                <a:gd name="connsiteX14" fmla="*/ 4661 w 2547659"/>
                <a:gd name="connsiteY14" fmla="*/ 2524367 h 2802919"/>
                <a:gd name="connsiteX15" fmla="*/ 0 w 2547659"/>
                <a:gd name="connsiteY15" fmla="*/ 2524367 h 2802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47659" h="2802919">
                  <a:moveTo>
                    <a:pt x="2546356" y="0"/>
                  </a:moveTo>
                  <a:lnTo>
                    <a:pt x="2547256" y="0"/>
                  </a:lnTo>
                  <a:lnTo>
                    <a:pt x="2547256" y="3658"/>
                  </a:lnTo>
                  <a:close/>
                  <a:moveTo>
                    <a:pt x="0" y="0"/>
                  </a:moveTo>
                  <a:lnTo>
                    <a:pt x="1707" y="0"/>
                  </a:lnTo>
                  <a:lnTo>
                    <a:pt x="403" y="5295"/>
                  </a:lnTo>
                  <a:cubicBezTo>
                    <a:pt x="403" y="149583"/>
                    <a:pt x="570626" y="266552"/>
                    <a:pt x="1274031" y="266552"/>
                  </a:cubicBezTo>
                  <a:cubicBezTo>
                    <a:pt x="1933473" y="266552"/>
                    <a:pt x="2475861" y="163747"/>
                    <a:pt x="2541084" y="32007"/>
                  </a:cubicBezTo>
                  <a:lnTo>
                    <a:pt x="2547256" y="6932"/>
                  </a:lnTo>
                  <a:lnTo>
                    <a:pt x="2547256" y="2524367"/>
                  </a:lnTo>
                  <a:lnTo>
                    <a:pt x="2543402" y="2524367"/>
                  </a:lnTo>
                  <a:lnTo>
                    <a:pt x="2547659" y="2541662"/>
                  </a:lnTo>
                  <a:cubicBezTo>
                    <a:pt x="2547659" y="2685950"/>
                    <a:pt x="1977436" y="2802919"/>
                    <a:pt x="1274031" y="2802919"/>
                  </a:cubicBezTo>
                  <a:cubicBezTo>
                    <a:pt x="570626" y="2802919"/>
                    <a:pt x="403" y="2685950"/>
                    <a:pt x="403" y="2541662"/>
                  </a:cubicBezTo>
                  <a:lnTo>
                    <a:pt x="4661" y="2524367"/>
                  </a:lnTo>
                  <a:lnTo>
                    <a:pt x="0" y="2524367"/>
                  </a:lnTo>
                  <a:close/>
                </a:path>
              </a:pathLst>
            </a:custGeom>
            <a:solidFill>
              <a:srgbClr val="548235">
                <a:alpha val="12157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86"/>
            </a:p>
          </p:txBody>
        </p:sp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071E8681-3384-E73D-7CD1-9D5BF508B944}"/>
                </a:ext>
              </a:extLst>
            </p:cNvPr>
            <p:cNvSpPr/>
            <p:nvPr/>
          </p:nvSpPr>
          <p:spPr>
            <a:xfrm>
              <a:off x="1335962" y="2017058"/>
              <a:ext cx="1125481" cy="230867"/>
            </a:xfrm>
            <a:prstGeom prst="ellipse">
              <a:avLst/>
            </a:prstGeom>
            <a:solidFill>
              <a:srgbClr val="548235">
                <a:alpha val="12157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86" dirty="0"/>
            </a:p>
          </p:txBody>
        </p:sp>
      </p:grpSp>
      <p:sp>
        <p:nvSpPr>
          <p:cNvPr id="136" name="Ellipse 135">
            <a:extLst>
              <a:ext uri="{FF2B5EF4-FFF2-40B4-BE49-F238E27FC236}">
                <a16:creationId xmlns:a16="http://schemas.microsoft.com/office/drawing/2014/main" id="{A5A02E10-0324-351F-9C1F-2DA7864D37BD}"/>
              </a:ext>
            </a:extLst>
          </p:cNvPr>
          <p:cNvSpPr/>
          <p:nvPr/>
        </p:nvSpPr>
        <p:spPr>
          <a:xfrm>
            <a:off x="1855055" y="356528"/>
            <a:ext cx="144317" cy="57551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6" dirty="0"/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9D1B671F-3693-2851-95AC-3D553935D423}"/>
              </a:ext>
            </a:extLst>
          </p:cNvPr>
          <p:cNvSpPr/>
          <p:nvPr/>
        </p:nvSpPr>
        <p:spPr>
          <a:xfrm>
            <a:off x="1888115" y="1081224"/>
            <a:ext cx="79148" cy="20200"/>
          </a:xfrm>
          <a:prstGeom prst="ellipse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6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B05F426-5A8A-9DB4-4686-2E9D13D1C760}"/>
              </a:ext>
            </a:extLst>
          </p:cNvPr>
          <p:cNvGrpSpPr/>
          <p:nvPr/>
        </p:nvGrpSpPr>
        <p:grpSpPr>
          <a:xfrm>
            <a:off x="1557091" y="814508"/>
            <a:ext cx="749943" cy="628192"/>
            <a:chOff x="1536365" y="1690923"/>
            <a:chExt cx="749943" cy="628192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0CAA2E2-324E-95F9-1168-B1C68BB41169}"/>
                </a:ext>
              </a:extLst>
            </p:cNvPr>
            <p:cNvSpPr/>
            <p:nvPr/>
          </p:nvSpPr>
          <p:spPr>
            <a:xfrm>
              <a:off x="1536365" y="1690923"/>
              <a:ext cx="749943" cy="145521"/>
            </a:xfrm>
            <a:prstGeom prst="ellipse">
              <a:avLst/>
            </a:prstGeom>
            <a:solidFill>
              <a:srgbClr val="548235">
                <a:alpha val="43137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86" dirty="0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4D248C7E-62D4-3A7A-D31C-3E23B2B09701}"/>
                </a:ext>
              </a:extLst>
            </p:cNvPr>
            <p:cNvSpPr/>
            <p:nvPr/>
          </p:nvSpPr>
          <p:spPr>
            <a:xfrm flipV="1">
              <a:off x="1538081" y="1766418"/>
              <a:ext cx="746383" cy="552697"/>
            </a:xfrm>
            <a:custGeom>
              <a:avLst/>
              <a:gdLst>
                <a:gd name="connsiteX0" fmla="*/ 1684104 w 1689256"/>
                <a:gd name="connsiteY0" fmla="*/ 1250894 h 1250894"/>
                <a:gd name="connsiteX1" fmla="*/ 1685479 w 1689256"/>
                <a:gd name="connsiteY1" fmla="*/ 1250894 h 1250894"/>
                <a:gd name="connsiteX2" fmla="*/ 1685479 w 1689256"/>
                <a:gd name="connsiteY2" fmla="*/ 180942 h 1250894"/>
                <a:gd name="connsiteX3" fmla="*/ 1689256 w 1689256"/>
                <a:gd name="connsiteY3" fmla="*/ 173256 h 1250894"/>
                <a:gd name="connsiteX4" fmla="*/ 844628 w 1689256"/>
                <a:gd name="connsiteY4" fmla="*/ 0 h 1250894"/>
                <a:gd name="connsiteX5" fmla="*/ 0 w 1689256"/>
                <a:gd name="connsiteY5" fmla="*/ 173256 h 1250894"/>
                <a:gd name="connsiteX6" fmla="*/ 0 w 1689256"/>
                <a:gd name="connsiteY6" fmla="*/ 1240411 h 1250894"/>
                <a:gd name="connsiteX7" fmla="*/ 12008 w 1689256"/>
                <a:gd name="connsiteY7" fmla="*/ 1215977 h 1250894"/>
                <a:gd name="connsiteX8" fmla="*/ 839476 w 1689256"/>
                <a:gd name="connsiteY8" fmla="*/ 1077638 h 1250894"/>
                <a:gd name="connsiteX9" fmla="*/ 1684104 w 1689256"/>
                <a:gd name="connsiteY9" fmla="*/ 1250894 h 1250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9256" h="1250894">
                  <a:moveTo>
                    <a:pt x="1684104" y="1250894"/>
                  </a:moveTo>
                  <a:lnTo>
                    <a:pt x="1685479" y="1250894"/>
                  </a:lnTo>
                  <a:lnTo>
                    <a:pt x="1685479" y="180942"/>
                  </a:lnTo>
                  <a:lnTo>
                    <a:pt x="1689256" y="173256"/>
                  </a:lnTo>
                  <a:cubicBezTo>
                    <a:pt x="1689256" y="77569"/>
                    <a:pt x="1311103" y="0"/>
                    <a:pt x="844628" y="0"/>
                  </a:cubicBezTo>
                  <a:cubicBezTo>
                    <a:pt x="378153" y="0"/>
                    <a:pt x="0" y="77569"/>
                    <a:pt x="0" y="173256"/>
                  </a:cubicBezTo>
                  <a:lnTo>
                    <a:pt x="0" y="1240411"/>
                  </a:lnTo>
                  <a:lnTo>
                    <a:pt x="12008" y="1215977"/>
                  </a:lnTo>
                  <a:cubicBezTo>
                    <a:pt x="90767" y="1137027"/>
                    <a:pt x="431310" y="1077638"/>
                    <a:pt x="839476" y="1077638"/>
                  </a:cubicBezTo>
                  <a:cubicBezTo>
                    <a:pt x="1305951" y="1077638"/>
                    <a:pt x="1684104" y="1155207"/>
                    <a:pt x="1684104" y="1250894"/>
                  </a:cubicBezTo>
                  <a:close/>
                </a:path>
              </a:pathLst>
            </a:custGeom>
            <a:solidFill>
              <a:schemeClr val="accent6">
                <a:lumMod val="75000"/>
                <a:alpha val="49020"/>
              </a:scheme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86"/>
            </a:p>
          </p:txBody>
        </p:sp>
      </p:grp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CA719F5A-B043-5414-B7AE-4334692344C1}"/>
              </a:ext>
            </a:extLst>
          </p:cNvPr>
          <p:cNvCxnSpPr>
            <a:cxnSpLocks/>
          </p:cNvCxnSpPr>
          <p:nvPr/>
        </p:nvCxnSpPr>
        <p:spPr>
          <a:xfrm>
            <a:off x="1823101" y="959502"/>
            <a:ext cx="0" cy="44362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1C429D9-334A-A668-2C4F-CA80E9C38DE2}"/>
              </a:ext>
            </a:extLst>
          </p:cNvPr>
          <p:cNvGrpSpPr/>
          <p:nvPr/>
        </p:nvGrpSpPr>
        <p:grpSpPr>
          <a:xfrm>
            <a:off x="1355550" y="298845"/>
            <a:ext cx="1126359" cy="1349312"/>
            <a:chOff x="1334824" y="296459"/>
            <a:chExt cx="1126359" cy="1349312"/>
          </a:xfrm>
        </p:grpSpPr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906B29B7-EB36-4B10-21B0-3F641217775A}"/>
                </a:ext>
              </a:extLst>
            </p:cNvPr>
            <p:cNvSpPr/>
            <p:nvPr/>
          </p:nvSpPr>
          <p:spPr>
            <a:xfrm>
              <a:off x="1334824" y="411645"/>
              <a:ext cx="1125658" cy="1234126"/>
            </a:xfrm>
            <a:custGeom>
              <a:avLst/>
              <a:gdLst>
                <a:gd name="connsiteX0" fmla="*/ 0 w 2547659"/>
                <a:gd name="connsiteY0" fmla="*/ 0 h 2793149"/>
                <a:gd name="connsiteX1" fmla="*/ 2751 w 2547659"/>
                <a:gd name="connsiteY1" fmla="*/ 0 h 2793149"/>
                <a:gd name="connsiteX2" fmla="*/ 2029 w 2547659"/>
                <a:gd name="connsiteY2" fmla="*/ 2930 h 2793149"/>
                <a:gd name="connsiteX3" fmla="*/ 1275657 w 2547659"/>
                <a:gd name="connsiteY3" fmla="*/ 264187 h 2793149"/>
                <a:gd name="connsiteX4" fmla="*/ 2542709 w 2547659"/>
                <a:gd name="connsiteY4" fmla="*/ 29642 h 2793149"/>
                <a:gd name="connsiteX5" fmla="*/ 2547659 w 2547659"/>
                <a:gd name="connsiteY5" fmla="*/ 9535 h 2793149"/>
                <a:gd name="connsiteX6" fmla="*/ 2547659 w 2547659"/>
                <a:gd name="connsiteY6" fmla="*/ 2531892 h 2793149"/>
                <a:gd name="connsiteX7" fmla="*/ 1274031 w 2547659"/>
                <a:gd name="connsiteY7" fmla="*/ 2793149 h 2793149"/>
                <a:gd name="connsiteX8" fmla="*/ 403 w 2547659"/>
                <a:gd name="connsiteY8" fmla="*/ 2531892 h 2793149"/>
                <a:gd name="connsiteX9" fmla="*/ 0 w 2547659"/>
                <a:gd name="connsiteY9" fmla="*/ 2531892 h 2793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47659" h="2793149">
                  <a:moveTo>
                    <a:pt x="0" y="0"/>
                  </a:moveTo>
                  <a:lnTo>
                    <a:pt x="2751" y="0"/>
                  </a:lnTo>
                  <a:lnTo>
                    <a:pt x="2029" y="2930"/>
                  </a:lnTo>
                  <a:cubicBezTo>
                    <a:pt x="2029" y="147218"/>
                    <a:pt x="572252" y="264187"/>
                    <a:pt x="1275657" y="264187"/>
                  </a:cubicBezTo>
                  <a:cubicBezTo>
                    <a:pt x="1935099" y="264187"/>
                    <a:pt x="2477487" y="161382"/>
                    <a:pt x="2542709" y="29642"/>
                  </a:cubicBezTo>
                  <a:lnTo>
                    <a:pt x="2547659" y="9535"/>
                  </a:lnTo>
                  <a:lnTo>
                    <a:pt x="2547659" y="2531892"/>
                  </a:lnTo>
                  <a:cubicBezTo>
                    <a:pt x="2547659" y="2676180"/>
                    <a:pt x="1977436" y="2793149"/>
                    <a:pt x="1274031" y="2793149"/>
                  </a:cubicBezTo>
                  <a:cubicBezTo>
                    <a:pt x="570626" y="2793149"/>
                    <a:pt x="403" y="2676180"/>
                    <a:pt x="403" y="2531892"/>
                  </a:cubicBezTo>
                  <a:lnTo>
                    <a:pt x="0" y="2531892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86"/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125BE524-1F65-A5DB-7900-2BFB1B79670C}"/>
                </a:ext>
              </a:extLst>
            </p:cNvPr>
            <p:cNvSpPr/>
            <p:nvPr/>
          </p:nvSpPr>
          <p:spPr>
            <a:xfrm>
              <a:off x="1335702" y="296459"/>
              <a:ext cx="1125481" cy="230867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86" dirty="0"/>
            </a:p>
          </p:txBody>
        </p:sp>
      </p:grp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F804C2DB-4802-DB4D-98C0-4FFED8D04022}"/>
              </a:ext>
            </a:extLst>
          </p:cNvPr>
          <p:cNvCxnSpPr>
            <a:cxnSpLocks/>
          </p:cNvCxnSpPr>
          <p:nvPr/>
        </p:nvCxnSpPr>
        <p:spPr>
          <a:xfrm flipH="1">
            <a:off x="2030785" y="749905"/>
            <a:ext cx="492" cy="181108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Gerader Verbinder 128">
            <a:extLst>
              <a:ext uri="{FF2B5EF4-FFF2-40B4-BE49-F238E27FC236}">
                <a16:creationId xmlns:a16="http://schemas.microsoft.com/office/drawing/2014/main" id="{490B12F3-E5E7-90F2-0C33-95FC40FA214F}"/>
              </a:ext>
            </a:extLst>
          </p:cNvPr>
          <p:cNvCxnSpPr>
            <a:cxnSpLocks/>
          </p:cNvCxnSpPr>
          <p:nvPr/>
        </p:nvCxnSpPr>
        <p:spPr>
          <a:xfrm>
            <a:off x="2056110" y="747718"/>
            <a:ext cx="0" cy="179398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4816573-9A75-CF54-8850-67713DCAE06C}"/>
              </a:ext>
            </a:extLst>
          </p:cNvPr>
          <p:cNvGrpSpPr/>
          <p:nvPr/>
        </p:nvGrpSpPr>
        <p:grpSpPr>
          <a:xfrm>
            <a:off x="1556958" y="92578"/>
            <a:ext cx="746383" cy="1343613"/>
            <a:chOff x="1536232" y="92578"/>
            <a:chExt cx="746383" cy="1343613"/>
          </a:xfrm>
        </p:grpSpPr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9C6E6F3B-41C9-5016-12CE-889FBCCC6699}"/>
                </a:ext>
              </a:extLst>
            </p:cNvPr>
            <p:cNvCxnSpPr>
              <a:cxnSpLocks/>
            </p:cNvCxnSpPr>
            <p:nvPr/>
          </p:nvCxnSpPr>
          <p:spPr>
            <a:xfrm>
              <a:off x="1770505" y="943967"/>
              <a:ext cx="0" cy="4144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BC413B78-9C25-0377-6A43-9BCF6025279E}"/>
                </a:ext>
              </a:extLst>
            </p:cNvPr>
            <p:cNvCxnSpPr>
              <a:cxnSpLocks/>
            </p:cNvCxnSpPr>
            <p:nvPr/>
          </p:nvCxnSpPr>
          <p:spPr>
            <a:xfrm>
              <a:off x="1801370" y="946072"/>
              <a:ext cx="0" cy="4144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E323A753-6477-D371-C251-A9AB1CBC7C54}"/>
                </a:ext>
              </a:extLst>
            </p:cNvPr>
            <p:cNvCxnSpPr>
              <a:cxnSpLocks/>
            </p:cNvCxnSpPr>
            <p:nvPr/>
          </p:nvCxnSpPr>
          <p:spPr>
            <a:xfrm>
              <a:off x="2010055" y="946538"/>
              <a:ext cx="0" cy="4144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82C5536D-2C77-4044-9C03-92DEAD267E0F}"/>
                </a:ext>
              </a:extLst>
            </p:cNvPr>
            <p:cNvCxnSpPr>
              <a:cxnSpLocks/>
            </p:cNvCxnSpPr>
            <p:nvPr/>
          </p:nvCxnSpPr>
          <p:spPr>
            <a:xfrm>
              <a:off x="2035305" y="945136"/>
              <a:ext cx="0" cy="4144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5766918-D752-B526-9A24-4DC351F71F43}"/>
                </a:ext>
              </a:extLst>
            </p:cNvPr>
            <p:cNvGrpSpPr/>
            <p:nvPr/>
          </p:nvGrpSpPr>
          <p:grpSpPr>
            <a:xfrm>
              <a:off x="1536232" y="92578"/>
              <a:ext cx="746383" cy="1343613"/>
              <a:chOff x="1536232" y="92578"/>
              <a:chExt cx="746383" cy="1343613"/>
            </a:xfrm>
          </p:grpSpPr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4407D331-7379-4544-6CD8-A29C41E00037}"/>
                  </a:ext>
                </a:extLst>
              </p:cNvPr>
              <p:cNvSpPr/>
              <p:nvPr/>
            </p:nvSpPr>
            <p:spPr>
              <a:xfrm>
                <a:off x="1966237" y="1031842"/>
                <a:ext cx="122065" cy="255628"/>
              </a:xfrm>
              <a:prstGeom prst="ellips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6"/>
              </a:p>
            </p:txBody>
          </p:sp>
          <p:sp>
            <p:nvSpPr>
              <p:cNvPr id="100" name="Ellipse 99">
                <a:extLst>
                  <a:ext uri="{FF2B5EF4-FFF2-40B4-BE49-F238E27FC236}">
                    <a16:creationId xmlns:a16="http://schemas.microsoft.com/office/drawing/2014/main" id="{8C8C3186-9B51-EA02-38BF-F80B73909310}"/>
                  </a:ext>
                </a:extLst>
              </p:cNvPr>
              <p:cNvSpPr/>
              <p:nvPr/>
            </p:nvSpPr>
            <p:spPr>
              <a:xfrm>
                <a:off x="1989234" y="611729"/>
                <a:ext cx="79148" cy="20200"/>
              </a:xfrm>
              <a:prstGeom prst="ellips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6"/>
              </a:p>
            </p:txBody>
          </p:sp>
          <p:cxnSp>
            <p:nvCxnSpPr>
              <p:cNvPr id="2" name="Gerader Verbinder 1">
                <a:extLst>
                  <a:ext uri="{FF2B5EF4-FFF2-40B4-BE49-F238E27FC236}">
                    <a16:creationId xmlns:a16="http://schemas.microsoft.com/office/drawing/2014/main" id="{E0B35083-95EB-4573-8C42-7610444F4B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2305" y="536518"/>
                <a:ext cx="0" cy="390600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81" name="Freihandform: Form 80">
                <a:extLst>
                  <a:ext uri="{FF2B5EF4-FFF2-40B4-BE49-F238E27FC236}">
                    <a16:creationId xmlns:a16="http://schemas.microsoft.com/office/drawing/2014/main" id="{6B4D4C19-ADDA-EA50-8D7A-2A9AE7FCB8E9}"/>
                  </a:ext>
                </a:extLst>
              </p:cNvPr>
              <p:cNvSpPr/>
              <p:nvPr/>
            </p:nvSpPr>
            <p:spPr>
              <a:xfrm flipV="1">
                <a:off x="1536232" y="883494"/>
                <a:ext cx="746383" cy="552697"/>
              </a:xfrm>
              <a:custGeom>
                <a:avLst/>
                <a:gdLst>
                  <a:gd name="connsiteX0" fmla="*/ 1684104 w 1689256"/>
                  <a:gd name="connsiteY0" fmla="*/ 1250894 h 1250894"/>
                  <a:gd name="connsiteX1" fmla="*/ 1685479 w 1689256"/>
                  <a:gd name="connsiteY1" fmla="*/ 1250894 h 1250894"/>
                  <a:gd name="connsiteX2" fmla="*/ 1685479 w 1689256"/>
                  <a:gd name="connsiteY2" fmla="*/ 180942 h 1250894"/>
                  <a:gd name="connsiteX3" fmla="*/ 1689256 w 1689256"/>
                  <a:gd name="connsiteY3" fmla="*/ 173256 h 1250894"/>
                  <a:gd name="connsiteX4" fmla="*/ 844628 w 1689256"/>
                  <a:gd name="connsiteY4" fmla="*/ 0 h 1250894"/>
                  <a:gd name="connsiteX5" fmla="*/ 0 w 1689256"/>
                  <a:gd name="connsiteY5" fmla="*/ 173256 h 1250894"/>
                  <a:gd name="connsiteX6" fmla="*/ 0 w 1689256"/>
                  <a:gd name="connsiteY6" fmla="*/ 1240411 h 1250894"/>
                  <a:gd name="connsiteX7" fmla="*/ 12008 w 1689256"/>
                  <a:gd name="connsiteY7" fmla="*/ 1215977 h 1250894"/>
                  <a:gd name="connsiteX8" fmla="*/ 839476 w 1689256"/>
                  <a:gd name="connsiteY8" fmla="*/ 1077638 h 1250894"/>
                  <a:gd name="connsiteX9" fmla="*/ 1684104 w 1689256"/>
                  <a:gd name="connsiteY9" fmla="*/ 1250894 h 1250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89256" h="1250894">
                    <a:moveTo>
                      <a:pt x="1684104" y="1250894"/>
                    </a:moveTo>
                    <a:lnTo>
                      <a:pt x="1685479" y="1250894"/>
                    </a:lnTo>
                    <a:lnTo>
                      <a:pt x="1685479" y="180942"/>
                    </a:lnTo>
                    <a:lnTo>
                      <a:pt x="1689256" y="173256"/>
                    </a:lnTo>
                    <a:cubicBezTo>
                      <a:pt x="1689256" y="77569"/>
                      <a:pt x="1311103" y="0"/>
                      <a:pt x="844628" y="0"/>
                    </a:cubicBezTo>
                    <a:cubicBezTo>
                      <a:pt x="378153" y="0"/>
                      <a:pt x="0" y="77569"/>
                      <a:pt x="0" y="173256"/>
                    </a:cubicBezTo>
                    <a:lnTo>
                      <a:pt x="0" y="1240411"/>
                    </a:lnTo>
                    <a:lnTo>
                      <a:pt x="12008" y="1215977"/>
                    </a:lnTo>
                    <a:cubicBezTo>
                      <a:pt x="90767" y="1137027"/>
                      <a:pt x="431310" y="1077638"/>
                      <a:pt x="839476" y="1077638"/>
                    </a:cubicBezTo>
                    <a:cubicBezTo>
                      <a:pt x="1305951" y="1077638"/>
                      <a:pt x="1684104" y="1155207"/>
                      <a:pt x="1684104" y="125089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786"/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F20F9BA0-E7D3-5ACF-8048-E6BF88DAB619}"/>
                  </a:ext>
                </a:extLst>
              </p:cNvPr>
              <p:cNvSpPr/>
              <p:nvPr/>
            </p:nvSpPr>
            <p:spPr>
              <a:xfrm>
                <a:off x="1709497" y="1001367"/>
                <a:ext cx="155392" cy="341544"/>
              </a:xfrm>
              <a:prstGeom prst="ellips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6"/>
              </a:p>
            </p:txBody>
          </p: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20937AD1-C302-E1F6-A38C-7420207A50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7173" y="964839"/>
                <a:ext cx="0" cy="73060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Gerader Verbinder 118">
                <a:extLst>
                  <a:ext uri="{FF2B5EF4-FFF2-40B4-BE49-F238E27FC236}">
                    <a16:creationId xmlns:a16="http://schemas.microsoft.com/office/drawing/2014/main" id="{2745DEC3-3326-F28A-A11B-9AE8FC44BC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0395" y="964841"/>
                <a:ext cx="0" cy="77231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C5176E98-01BC-F5B7-B6EC-2F9D345AD0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9674" y="163681"/>
                <a:ext cx="0" cy="3464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95A467AD-63BC-9E4C-0F05-474551992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0713" y="98644"/>
                <a:ext cx="995" cy="332138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A667CA69-6BB1-23A1-F237-CDF28F3DC3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0058" y="92578"/>
                <a:ext cx="1035" cy="338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5CE6BC54-DD35-8D75-C6AC-26E3C05BE1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1089" y="544007"/>
                <a:ext cx="705" cy="387007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7" name="Gerader Verbinder 56">
                <a:extLst>
                  <a:ext uri="{FF2B5EF4-FFF2-40B4-BE49-F238E27FC236}">
                    <a16:creationId xmlns:a16="http://schemas.microsoft.com/office/drawing/2014/main" id="{B2E1C694-F7C8-9C48-94C8-045989475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1412" y="431831"/>
                <a:ext cx="0" cy="77274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62" name="Gerader Verbinder 61">
                <a:extLst>
                  <a:ext uri="{FF2B5EF4-FFF2-40B4-BE49-F238E27FC236}">
                    <a16:creationId xmlns:a16="http://schemas.microsoft.com/office/drawing/2014/main" id="{4311218D-A46E-87DB-9FA6-60CE78A8FA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1169" y="430781"/>
                <a:ext cx="0" cy="81076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99" name="Freihandform: Form 98">
                <a:extLst>
                  <a:ext uri="{FF2B5EF4-FFF2-40B4-BE49-F238E27FC236}">
                    <a16:creationId xmlns:a16="http://schemas.microsoft.com/office/drawing/2014/main" id="{C6B6AC66-C5B1-0891-E4D8-CD458CF17F21}"/>
                  </a:ext>
                </a:extLst>
              </p:cNvPr>
              <p:cNvSpPr/>
              <p:nvPr/>
            </p:nvSpPr>
            <p:spPr>
              <a:xfrm>
                <a:off x="1989085" y="623615"/>
                <a:ext cx="79148" cy="125850"/>
              </a:xfrm>
              <a:custGeom>
                <a:avLst/>
                <a:gdLst>
                  <a:gd name="connsiteX0" fmla="*/ 0 w 179131"/>
                  <a:gd name="connsiteY0" fmla="*/ 0 h 321689"/>
                  <a:gd name="connsiteX1" fmla="*/ 2949 w 179131"/>
                  <a:gd name="connsiteY1" fmla="*/ 0 h 321689"/>
                  <a:gd name="connsiteX2" fmla="*/ 7039 w 179131"/>
                  <a:gd name="connsiteY2" fmla="*/ 5170 h 321689"/>
                  <a:gd name="connsiteX3" fmla="*/ 89566 w 179131"/>
                  <a:gd name="connsiteY3" fmla="*/ 19132 h 321689"/>
                  <a:gd name="connsiteX4" fmla="*/ 172094 w 179131"/>
                  <a:gd name="connsiteY4" fmla="*/ 5170 h 321689"/>
                  <a:gd name="connsiteX5" fmla="*/ 176183 w 179131"/>
                  <a:gd name="connsiteY5" fmla="*/ 0 h 321689"/>
                  <a:gd name="connsiteX6" fmla="*/ 179130 w 179131"/>
                  <a:gd name="connsiteY6" fmla="*/ 0 h 321689"/>
                  <a:gd name="connsiteX7" fmla="*/ 179130 w 179131"/>
                  <a:gd name="connsiteY7" fmla="*/ 294181 h 321689"/>
                  <a:gd name="connsiteX8" fmla="*/ 177012 w 179131"/>
                  <a:gd name="connsiteY8" fmla="*/ 294181 h 321689"/>
                  <a:gd name="connsiteX9" fmla="*/ 179131 w 179131"/>
                  <a:gd name="connsiteY9" fmla="*/ 297070 h 321689"/>
                  <a:gd name="connsiteX10" fmla="*/ 89702 w 179131"/>
                  <a:gd name="connsiteY10" fmla="*/ 321689 h 321689"/>
                  <a:gd name="connsiteX11" fmla="*/ 274 w 179131"/>
                  <a:gd name="connsiteY11" fmla="*/ 297070 h 321689"/>
                  <a:gd name="connsiteX12" fmla="*/ 2393 w 179131"/>
                  <a:gd name="connsiteY12" fmla="*/ 294181 h 321689"/>
                  <a:gd name="connsiteX13" fmla="*/ 0 w 179131"/>
                  <a:gd name="connsiteY13" fmla="*/ 294181 h 321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9131" h="321689">
                    <a:moveTo>
                      <a:pt x="0" y="0"/>
                    </a:moveTo>
                    <a:lnTo>
                      <a:pt x="2949" y="0"/>
                    </a:lnTo>
                    <a:lnTo>
                      <a:pt x="7039" y="5170"/>
                    </a:lnTo>
                    <a:cubicBezTo>
                      <a:pt x="20636" y="13375"/>
                      <a:pt x="52467" y="19132"/>
                      <a:pt x="89566" y="19132"/>
                    </a:cubicBezTo>
                    <a:cubicBezTo>
                      <a:pt x="126666" y="19132"/>
                      <a:pt x="158497" y="13375"/>
                      <a:pt x="172094" y="5170"/>
                    </a:cubicBezTo>
                    <a:lnTo>
                      <a:pt x="176183" y="0"/>
                    </a:lnTo>
                    <a:lnTo>
                      <a:pt x="179130" y="0"/>
                    </a:lnTo>
                    <a:lnTo>
                      <a:pt x="179130" y="294181"/>
                    </a:lnTo>
                    <a:lnTo>
                      <a:pt x="177012" y="294181"/>
                    </a:lnTo>
                    <a:lnTo>
                      <a:pt x="179131" y="297070"/>
                    </a:lnTo>
                    <a:cubicBezTo>
                      <a:pt x="179131" y="310667"/>
                      <a:pt x="139093" y="321689"/>
                      <a:pt x="89702" y="321689"/>
                    </a:cubicBezTo>
                    <a:cubicBezTo>
                      <a:pt x="40312" y="321689"/>
                      <a:pt x="274" y="310667"/>
                      <a:pt x="274" y="297070"/>
                    </a:cubicBezTo>
                    <a:lnTo>
                      <a:pt x="2393" y="294181"/>
                    </a:lnTo>
                    <a:lnTo>
                      <a:pt x="0" y="294181"/>
                    </a:lnTo>
                    <a:close/>
                  </a:path>
                </a:pathLst>
              </a:custGeom>
              <a:no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786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A358EC7C-8BAD-42FD-2916-2472C23F8243}"/>
                  </a:ext>
                </a:extLst>
              </p:cNvPr>
              <p:cNvSpPr/>
              <p:nvPr/>
            </p:nvSpPr>
            <p:spPr>
              <a:xfrm flipV="1">
                <a:off x="1589936" y="816474"/>
                <a:ext cx="619416" cy="127058"/>
              </a:xfrm>
              <a:prstGeom prst="ellips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</a:ln>
              <a:effectLst>
                <a:outerShdw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6" dirty="0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6D2C6CAE-5139-2AF0-9DCB-5BA035D73914}"/>
                  </a:ext>
                </a:extLst>
              </p:cNvPr>
              <p:cNvSpPr/>
              <p:nvPr/>
            </p:nvSpPr>
            <p:spPr>
              <a:xfrm flipV="1">
                <a:off x="1536604" y="806605"/>
                <a:ext cx="744277" cy="153103"/>
              </a:xfrm>
              <a:prstGeom prst="ellips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6"/>
              </a:p>
            </p:txBody>
          </p:sp>
          <p:cxnSp>
            <p:nvCxnSpPr>
              <p:cNvPr id="7" name="Gerader Verbinder 6">
                <a:extLst>
                  <a:ext uri="{FF2B5EF4-FFF2-40B4-BE49-F238E27FC236}">
                    <a16:creationId xmlns:a16="http://schemas.microsoft.com/office/drawing/2014/main" id="{F695F517-B676-B653-B251-D6166E05F1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7428" y="162631"/>
                <a:ext cx="0" cy="3464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C2E0B764-D325-6A11-D94B-9A62EC760C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9674" y="536518"/>
                <a:ext cx="0" cy="8578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2D878989-86A0-5425-A87D-0AC65D15D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6357" y="536518"/>
                <a:ext cx="0" cy="8578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6021F7D-1CE9-8DC2-FDC5-36490C926836}"/>
              </a:ext>
            </a:extLst>
          </p:cNvPr>
          <p:cNvGrpSpPr/>
          <p:nvPr/>
        </p:nvGrpSpPr>
        <p:grpSpPr>
          <a:xfrm>
            <a:off x="1820781" y="125106"/>
            <a:ext cx="806045" cy="1466479"/>
            <a:chOff x="1800055" y="125106"/>
            <a:chExt cx="806045" cy="1466479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E36DBD71-19D6-75BC-7B4F-FB6310207706}"/>
                </a:ext>
              </a:extLst>
            </p:cNvPr>
            <p:cNvCxnSpPr>
              <a:cxnSpLocks/>
            </p:cNvCxnSpPr>
            <p:nvPr/>
          </p:nvCxnSpPr>
          <p:spPr>
            <a:xfrm>
              <a:off x="2035308" y="253592"/>
              <a:ext cx="556013" cy="71244"/>
            </a:xfrm>
            <a:prstGeom prst="line">
              <a:avLst/>
            </a:prstGeom>
            <a:ln w="63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AA388B8F-CE62-1958-EE21-789C167C930F}"/>
                </a:ext>
              </a:extLst>
            </p:cNvPr>
            <p:cNvCxnSpPr>
              <a:cxnSpLocks/>
            </p:cNvCxnSpPr>
            <p:nvPr/>
          </p:nvCxnSpPr>
          <p:spPr>
            <a:xfrm>
              <a:off x="2467701" y="648865"/>
              <a:ext cx="115103" cy="33766"/>
            </a:xfrm>
            <a:prstGeom prst="line">
              <a:avLst/>
            </a:prstGeom>
            <a:ln w="63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60EBE8C4-91EB-1733-EDDD-2E9172149245}"/>
                </a:ext>
              </a:extLst>
            </p:cNvPr>
            <p:cNvCxnSpPr>
              <a:cxnSpLocks/>
            </p:cNvCxnSpPr>
            <p:nvPr/>
          </p:nvCxnSpPr>
          <p:spPr>
            <a:xfrm>
              <a:off x="2072221" y="678630"/>
              <a:ext cx="517259" cy="178986"/>
            </a:xfrm>
            <a:prstGeom prst="line">
              <a:avLst/>
            </a:prstGeom>
            <a:ln w="63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735EF083-79D7-1446-E42F-A4B716A4A62E}"/>
                </a:ext>
              </a:extLst>
            </p:cNvPr>
            <p:cNvCxnSpPr>
              <a:cxnSpLocks/>
            </p:cNvCxnSpPr>
            <p:nvPr/>
          </p:nvCxnSpPr>
          <p:spPr>
            <a:xfrm>
              <a:off x="2079130" y="1096141"/>
              <a:ext cx="506245" cy="133448"/>
            </a:xfrm>
            <a:prstGeom prst="line">
              <a:avLst/>
            </a:prstGeom>
            <a:ln w="63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06A62109-77EE-2172-031D-B042393903B2}"/>
                </a:ext>
              </a:extLst>
            </p:cNvPr>
            <p:cNvCxnSpPr>
              <a:cxnSpLocks/>
            </p:cNvCxnSpPr>
            <p:nvPr/>
          </p:nvCxnSpPr>
          <p:spPr>
            <a:xfrm>
              <a:off x="2276043" y="947484"/>
              <a:ext cx="308130" cy="96229"/>
            </a:xfrm>
            <a:prstGeom prst="line">
              <a:avLst/>
            </a:prstGeom>
            <a:ln w="63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49345BFB-5798-CE4B-3AE2-4529D3CD1067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1807919" y="1342910"/>
              <a:ext cx="798180" cy="248675"/>
            </a:xfrm>
            <a:prstGeom prst="line">
              <a:avLst/>
            </a:prstGeom>
            <a:ln w="63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303925F5-25A0-DBEA-573F-AD232FE2B611}"/>
                </a:ext>
              </a:extLst>
            </p:cNvPr>
            <p:cNvCxnSpPr>
              <a:cxnSpLocks/>
            </p:cNvCxnSpPr>
            <p:nvPr/>
          </p:nvCxnSpPr>
          <p:spPr>
            <a:xfrm>
              <a:off x="1800055" y="125106"/>
              <a:ext cx="791266" cy="26673"/>
            </a:xfrm>
            <a:prstGeom prst="line">
              <a:avLst/>
            </a:prstGeom>
            <a:ln w="63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304986A7-041D-2DE3-AA4E-335E4D254588}"/>
                </a:ext>
              </a:extLst>
            </p:cNvPr>
            <p:cNvCxnSpPr>
              <a:cxnSpLocks/>
              <a:stCxn id="148" idx="9"/>
            </p:cNvCxnSpPr>
            <p:nvPr/>
          </p:nvCxnSpPr>
          <p:spPr>
            <a:xfrm>
              <a:off x="1967398" y="1223621"/>
              <a:ext cx="638702" cy="190695"/>
            </a:xfrm>
            <a:prstGeom prst="line">
              <a:avLst/>
            </a:prstGeom>
            <a:ln w="63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C485682D-66BF-103E-727B-040E667D3E5D}"/>
                </a:ext>
              </a:extLst>
            </p:cNvPr>
            <p:cNvCxnSpPr>
              <a:cxnSpLocks/>
            </p:cNvCxnSpPr>
            <p:nvPr/>
          </p:nvCxnSpPr>
          <p:spPr>
            <a:xfrm>
              <a:off x="1980559" y="459766"/>
              <a:ext cx="611498" cy="41962"/>
            </a:xfrm>
            <a:prstGeom prst="line">
              <a:avLst/>
            </a:prstGeom>
            <a:ln w="63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1570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25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CASPEr figures</dc:title>
  <dc:creator>Zhang Yuzhe</dc:creator>
  <cp:lastModifiedBy>Yuzhe Zhang</cp:lastModifiedBy>
  <cp:revision>49</cp:revision>
  <dcterms:created xsi:type="dcterms:W3CDTF">2023-01-29T00:18:23Z</dcterms:created>
  <dcterms:modified xsi:type="dcterms:W3CDTF">2026-08-31T11:35:26Z</dcterms:modified>
</cp:coreProperties>
</file>